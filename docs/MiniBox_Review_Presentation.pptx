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MiniBox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Unprivileged Linux Container Runtime</a:t>
            </a:r>
          </a:p>
          <a:p>
            <a:r>
              <a:t>Detailed project review and viva preparation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Build an educational Linux container runtime in C.</a:t>
            </a:r>
          </a:p>
          <a:p>
            <a:pPr/>
            <a:r>
              <a:rPr sz="2000"/>
              <a:t>Demonstrate namespaces, cgroups v2, process supervision, and hardening.</a:t>
            </a:r>
          </a:p>
          <a:p>
            <a:pPr/>
            <a:r>
              <a:rPr sz="2000"/>
              <a:t>Provide a Textual Python TUI for interactive operation.</a:t>
            </a:r>
          </a:p>
          <a:p>
            <a:pPr/>
            <a:r>
              <a:rPr sz="2000"/>
              <a:t>Make kernel behavior observable, testable, and explainable.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C runtime using fork(), execvp(), namespaces, cgroups v2, /proc, seccomp.</a:t>
            </a:r>
          </a:p>
          <a:p>
            <a:pPr/>
            <a:r>
              <a:rPr sz="2000"/>
              <a:t>Python 3 + Textual dashboard.</a:t>
            </a:r>
          </a:p>
          <a:p>
            <a:pPr/>
            <a:r>
              <a:rPr sz="2000"/>
              <a:t>GNU Make build system.</a:t>
            </a:r>
          </a:p>
          <a:p>
            <a:pPr/>
            <a:r>
              <a:rPr sz="2000"/>
              <a:t>File-based state persistence for background workloads.</a:t>
            </a:r>
          </a:p>
          <a:p>
            <a:pPr/>
            <a:r>
              <a:rPr sz="2000"/>
              <a:t>Shell + pytest-based verification suites.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TUI (Python) calls minibox CLI asynchronously.</a:t>
            </a:r>
          </a:p>
          <a:p>
            <a:pPr/>
            <a:r>
              <a:rPr sz="2000"/>
              <a:t>CLI commands invoke runtime functions.</a:t>
            </a:r>
          </a:p>
          <a:p>
            <a:pPr/>
            <a:r>
              <a:rPr sz="2000"/>
              <a:t>Runtime uses Linux kernel primitives directly.</a:t>
            </a:r>
          </a:p>
          <a:p>
            <a:pPr/>
            <a:r>
              <a:rPr sz="2000"/>
              <a:t>Persistent workload state stored in state.json.</a:t>
            </a:r>
          </a:p>
          <a:p>
            <a:pPr/>
            <a:r>
              <a:rPr sz="2000"/>
              <a:t>No daemon; background supervisor process owns a workload.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Repository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runtime/include and runtime/src: C API and implementation.</a:t>
            </a:r>
          </a:p>
          <a:p>
            <a:pPr/>
            <a:r>
              <a:rPr sz="2000"/>
              <a:t>examples: test workloads.</a:t>
            </a:r>
          </a:p>
          <a:p>
            <a:pPr/>
            <a:r>
              <a:rPr sz="2000"/>
              <a:t>tests: phase, behavioral, regression, TUI tests.</a:t>
            </a:r>
          </a:p>
          <a:p>
            <a:pPr/>
            <a:r>
              <a:rPr sz="2000"/>
              <a:t>tui: dashboard and client bridge.</a:t>
            </a:r>
          </a:p>
          <a:p>
            <a:pPr/>
            <a:r>
              <a:rPr sz="2000"/>
              <a:t>docs: architecture, design, manual, reports.</a:t>
            </a:r>
          </a:p>
          <a:p>
            <a:pPr/>
            <a:r>
              <a:rPr sz="2000"/>
              <a:t>benchmarks and demo scripts.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Workload Data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minibox_workload_t is the central record.</a:t>
            </a:r>
          </a:p>
          <a:p>
            <a:pPr/>
            <a:r>
              <a:rPr sz="2000"/>
              <a:t>Tracks identity, lifecycle, PID, arguments, log path.</a:t>
            </a:r>
          </a:p>
          <a:p>
            <a:pPr/>
            <a:r>
              <a:rPr sz="2000"/>
              <a:t>Tracks isolation flags and hostname.</a:t>
            </a:r>
          </a:p>
          <a:p>
            <a:pPr/>
            <a:r>
              <a:rPr sz="2000"/>
              <a:t>Tracks CPU, memory, and PID limits.</a:t>
            </a:r>
          </a:p>
          <a:p>
            <a:pPr/>
            <a:r>
              <a:rPr sz="2000"/>
              <a:t>Tracks cgroup path, cgroup active status, and OOM state.</a:t>
            </a:r>
          </a:p>
          <a:p>
            <a:pPr/>
            <a:r>
              <a:rPr sz="2000"/>
              <a:t>Stores pid_start_time for PID reuse protection.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Lifecycle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CREATED -&gt; STARTING -&gt; RUNNING</a:t>
            </a:r>
          </a:p>
          <a:p>
            <a:pPr/>
            <a:r>
              <a:rPr sz="2000"/>
              <a:t>RUNNING -&gt; COMPLETED / TERMINATED / STOPPING</a:t>
            </a:r>
          </a:p>
          <a:p>
            <a:pPr/>
            <a:r>
              <a:rPr sz="2000"/>
              <a:t>STOPPING -&gt; TERMINATED or COMPLETED</a:t>
            </a:r>
          </a:p>
          <a:p>
            <a:pPr/>
            <a:r>
              <a:rPr sz="2000"/>
              <a:t>CREATED/STARTING -&gt; FAILED on launch failure.</a:t>
            </a:r>
          </a:p>
          <a:p>
            <a:pPr/>
            <a:r>
              <a:rPr sz="2000"/>
              <a:t>Terminal: COMPLETED, TERMINATED, FAILED.</a:t>
            </a:r>
          </a:p>
          <a:p>
            <a:pPr/>
            <a:r>
              <a:rPr sz="2000"/>
              <a:t>minibox_is_valid_transition() enforces valid changes.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capabilities, run, start, list, inspect.</a:t>
            </a:r>
          </a:p>
          <a:p>
            <a:pPr/>
            <a:r>
              <a:rPr sz="2000"/>
              <a:t>metrics (host + per-workload).</a:t>
            </a:r>
          </a:p>
          <a:p>
            <a:pPr/>
            <a:r>
              <a:rPr sz="2000"/>
              <a:t>stop, logs, delete, cleanup.</a:t>
            </a:r>
          </a:p>
          <a:p>
            <a:pPr/>
            <a:r>
              <a:rPr sz="2000"/>
              <a:t>version, help.</a:t>
            </a:r>
          </a:p>
          <a:p>
            <a:pPr/>
            <a:r>
              <a:rPr sz="2000"/>
              <a:t>Foreground run waits; background start returns launch status.</a:t>
            </a:r>
          </a:p>
          <a:p>
            <a:pPr/>
            <a:r>
              <a:rPr sz="2000"/>
              <a:t>JSON output supported for automation/TUI.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Launch and Error Pipe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minibox_run_process() forks a child.</a:t>
            </a:r>
          </a:p>
          <a:p>
            <a:pPr/>
            <a:r>
              <a:rPr sz="2000"/>
              <a:t>O_CLOEXEC pipe detects execvp() failure.</a:t>
            </a:r>
          </a:p>
          <a:p>
            <a:pPr/>
            <a:r>
              <a:rPr sz="2000"/>
              <a:t>Child writes errno if exec fails; EOF means success.</a:t>
            </a:r>
          </a:p>
          <a:p>
            <a:pPr/>
            <a:r>
              <a:rPr sz="2000"/>
              <a:t>Avoids assuming fork success equals successful launch.</a:t>
            </a:r>
          </a:p>
          <a:p>
            <a:pPr/>
            <a:r>
              <a:rPr sz="2000"/>
              <a:t>minibox_run_workload_foreground() and background() build on this.</a:t>
            </a:r>
          </a:p>
          <a:p>
            <a:pPr/>
            <a:r>
              <a:rPr sz="2000"/>
              <a:t>PID and exit status are collected after waitpid().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Foreground vs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run: CLI waits for workload and returns child exit code.</a:t>
            </a:r>
          </a:p>
          <a:p>
            <a:pPr/>
            <a:r>
              <a:rPr sz="2000"/>
              <a:t>start: forks a supervisor; CLI exits immediately.</a:t>
            </a:r>
          </a:p>
          <a:p>
            <a:pPr/>
            <a:r>
              <a:rPr sz="2000"/>
              <a:t>Supervisor owns log file, cgroup, PID namespace.</a:t>
            </a:r>
          </a:p>
          <a:p>
            <a:pPr/>
            <a:r>
              <a:rPr sz="2000"/>
              <a:t>Supervisor reaps workload and writes terminal state.</a:t>
            </a:r>
          </a:p>
          <a:p>
            <a:pPr/>
            <a:r>
              <a:rPr sz="2000"/>
              <a:t>Output and diagnostics remain separated.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Linux Namespaces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User namespace maps container UID 0 to unprivileged host UID.</a:t>
            </a:r>
          </a:p>
          <a:p>
            <a:pPr/>
            <a:r>
              <a:rPr sz="2000"/>
              <a:t>UTS namespace isolates hostname.</a:t>
            </a:r>
          </a:p>
          <a:p>
            <a:pPr/>
            <a:r>
              <a:rPr sz="2000"/>
              <a:t>PID namespace makes workload PID 1 internally.</a:t>
            </a:r>
          </a:p>
          <a:p>
            <a:pPr/>
            <a:r>
              <a:rPr sz="2000"/>
              <a:t>Mount namespace isolates mounts and enables fresh /proc.</a:t>
            </a:r>
          </a:p>
          <a:p>
            <a:pPr/>
            <a:r>
              <a:rPr sz="2000"/>
              <a:t>Root mount propagation made private (MS_REC | MS_PRIVATE).</a:t>
            </a:r>
          </a:p>
          <a:p>
            <a:pPr/>
            <a:r>
              <a:rPr sz="2000"/>
              <a:t>Capability detection tests these features in a probe process.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Runtime Hardening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Applied in workload immediately before execvp().</a:t>
            </a:r>
          </a:p>
          <a:p>
            <a:pPr/>
            <a:r>
              <a:rPr sz="2000"/>
              <a:t>PR_SET_NO_NEW_PRIVS.</a:t>
            </a:r>
          </a:p>
          <a:p>
            <a:pPr/>
            <a:r>
              <a:rPr sz="2000"/>
              <a:t>Drops dangerous capabilities from bounding set.</a:t>
            </a:r>
          </a:p>
          <a:p>
            <a:pPr/>
            <a:r>
              <a:rPr sz="2000"/>
              <a:t>seccomp-BPF denies module load, reboot, ptrace, mount, etc.</a:t>
            </a:r>
          </a:p>
          <a:p>
            <a:pPr/>
            <a:r>
              <a:rPr sz="2000"/>
              <a:t>Mount performed before hardening.</a:t>
            </a:r>
          </a:p>
          <a:p>
            <a:pPr/>
            <a:r>
              <a:rPr sz="2000"/>
              <a:t>Strict mode controls whether seccomp failure is fatal.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cgroups v2 Resource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CPU: cpu.max = quota/period.</a:t>
            </a:r>
          </a:p>
          <a:p>
            <a:pPr/>
            <a:r>
              <a:rPr sz="2000"/>
              <a:t>Memory: memory.max plus memory.swap.max = 0.</a:t>
            </a:r>
          </a:p>
          <a:p>
            <a:pPr/>
            <a:r>
              <a:rPr sz="2000"/>
              <a:t>PIDs: pids.max.</a:t>
            </a:r>
          </a:p>
          <a:p>
            <a:pPr/>
            <a:r>
              <a:rPr sz="2000"/>
              <a:t>Limits verified by readback; failure is fail-closed.</a:t>
            </a:r>
          </a:p>
          <a:p>
            <a:pPr/>
            <a:r>
              <a:rPr sz="2000"/>
              <a:t>PID attached to cgroup before child processes are created.</a:t>
            </a:r>
          </a:p>
          <a:p>
            <a:pPr/>
            <a:r>
              <a:rPr sz="2000"/>
              <a:t>Cleanup uses cgroup.kill and rmdir.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Metrics and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Host CPU from /proc/stat with cached, safe sampling window.</a:t>
            </a:r>
          </a:p>
          <a:p>
            <a:pPr/>
            <a:r>
              <a:rPr sz="2000"/>
              <a:t>Host memory from /proc/meminfo.</a:t>
            </a:r>
          </a:p>
          <a:p>
            <a:pPr/>
            <a:r>
              <a:rPr sz="2000"/>
              <a:t>Load average from /proc/loadavg.</a:t>
            </a:r>
          </a:p>
          <a:p>
            <a:pPr/>
            <a:r>
              <a:rPr sz="2000"/>
              <a:t>Workload CPU from cpu.stat or /proc/&lt;pid&gt;/stat.</a:t>
            </a:r>
          </a:p>
          <a:p>
            <a:pPr/>
            <a:r>
              <a:rPr sz="2000"/>
              <a:t>Memory from memory.current / memory.peak or /proc status.</a:t>
            </a:r>
          </a:p>
          <a:p>
            <a:pPr/>
            <a:r>
              <a:rPr sz="2000"/>
              <a:t>PID count from pids.current or thread count.</a:t>
            </a:r>
          </a:p>
          <a:p>
            <a:pPr/>
            <a:r>
              <a:rPr sz="2000"/>
              <a:t>OOM detection via memory.events.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 Persistence and PID Safety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Workload ID validation prevents path traversal.</a:t>
            </a:r>
          </a:p>
          <a:p>
            <a:pPr/>
            <a:r>
              <a:rPr sz="2000"/>
              <a:t>Atomic writes: mkstemp + fsync + rename.</a:t>
            </a:r>
          </a:p>
          <a:p>
            <a:pPr/>
            <a:r>
              <a:rPr sz="2000"/>
              <a:t>Unique temporary file per writer.</a:t>
            </a:r>
          </a:p>
          <a:p>
            <a:pPr/>
            <a:r>
              <a:rPr sz="2000"/>
              <a:t>JSON strings are escaped, including Unicode.</a:t>
            </a:r>
          </a:p>
          <a:p>
            <a:pPr/>
            <a:r>
              <a:rPr sz="2000"/>
              <a:t>PID start time protects against recycled PIDs.</a:t>
            </a:r>
          </a:p>
          <a:p>
            <a:pPr/>
            <a:r>
              <a:rPr sz="2000"/>
              <a:t>Refresh state detects process completion and supervisor status.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Safety in Stop/Delete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Stop verifies PID matches recorded start time.</a:t>
            </a:r>
          </a:p>
          <a:p>
            <a:pPr/>
            <a:r>
              <a:rPr sz="2000"/>
              <a:t>Signals are only sent to original process.</a:t>
            </a:r>
          </a:p>
          <a:p>
            <a:pPr/>
            <a:r>
              <a:rPr sz="2000"/>
              <a:t>Workload moves to STOPPING before signal.</a:t>
            </a:r>
          </a:p>
          <a:p>
            <a:pPr/>
            <a:r>
              <a:rPr sz="2000"/>
              <a:t>SIGKILL escalation supported.</a:t>
            </a:r>
          </a:p>
          <a:p>
            <a:pPr/>
            <a:r>
              <a:rPr sz="2000"/>
              <a:t>Supervisor result is preferred when alive.</a:t>
            </a:r>
          </a:p>
          <a:p>
            <a:pPr/>
            <a:r>
              <a:rPr sz="2000"/>
              <a:t>Delete validates paths and cleans cgroups.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TUI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Main dashboard: workloads, host resources, events.</a:t>
            </a:r>
          </a:p>
          <a:p>
            <a:pPr/>
            <a:r>
              <a:rPr sz="2000"/>
              <a:t>Async client bridge executes minibox safely.</a:t>
            </a:r>
          </a:p>
          <a:p>
            <a:pPr/>
            <a:r>
              <a:rPr sz="2000"/>
              <a:t>Modals for create, inspect, stop, delete, benchmark, help.</a:t>
            </a:r>
          </a:p>
          <a:p>
            <a:pPr/>
            <a:r>
              <a:rPr sz="2000"/>
              <a:t>Periodic 1.5s refresh with refresh guard.</a:t>
            </a:r>
          </a:p>
          <a:p>
            <a:pPr/>
            <a:r>
              <a:rPr sz="2000"/>
              <a:t>10s command timeout prevents stalled commands.</a:t>
            </a:r>
          </a:p>
          <a:p>
            <a:pPr/>
            <a:r>
              <a:rPr sz="2000"/>
              <a:t>Textual tables show state, CPU, memory, PIDs.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and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Phase 1-8 suites.</a:t>
            </a:r>
          </a:p>
          <a:p>
            <a:pPr/>
            <a:r>
              <a:rPr sz="2000"/>
              <a:t>Behavioral verification suite.</a:t>
            </a:r>
          </a:p>
          <a:p>
            <a:pPr/>
            <a:r>
              <a:rPr sz="2000"/>
              <a:t>Regression suite.</a:t>
            </a:r>
          </a:p>
          <a:p>
            <a:pPr/>
            <a:r>
              <a:rPr sz="2000"/>
              <a:t>TUI pilot tests.</a:t>
            </a:r>
          </a:p>
          <a:p>
            <a:pPr/>
            <a:r>
              <a:rPr sz="2000"/>
              <a:t>OOM, PID limit, JSON escaping, path traversal, metrics tests.</a:t>
            </a:r>
          </a:p>
          <a:p>
            <a:pPr/>
            <a:r>
              <a:rPr sz="2000"/>
              <a:t>Final full clean run: all provided tests pass.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Unprivileged namespace based isolation.</a:t>
            </a:r>
          </a:p>
          <a:p>
            <a:pPr/>
            <a:r>
              <a:rPr sz="2000"/>
              <a:t>PCID/namespace containment.</a:t>
            </a:r>
          </a:p>
          <a:p>
            <a:pPr/>
            <a:r>
              <a:rPr sz="2000"/>
              <a:t>Capability bounding set reduction.</a:t>
            </a:r>
          </a:p>
          <a:p>
            <a:pPr/>
            <a:r>
              <a:rPr sz="2000"/>
              <a:t>seccomp deny-list for dangerous syscalls.</a:t>
            </a:r>
          </a:p>
          <a:p>
            <a:pPr/>
            <a:r>
              <a:rPr sz="2000"/>
              <a:t>Safe workload IDs and path containment.</a:t>
            </a:r>
          </a:p>
          <a:p>
            <a:pPr/>
            <a:r>
              <a:rPr sz="2000"/>
              <a:t>Fail-closed cgroup configuration.</a:t>
            </a:r>
          </a:p>
          <a:p>
            <a:pPr/>
            <a:r>
              <a:rPr sz="2000"/>
              <a:t>PID safety prevents accidental kill of unrelated process.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Scenario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Show capabilities and platform.</a:t>
            </a:r>
          </a:p>
          <a:p>
            <a:pPr/>
            <a:r>
              <a:rPr sz="2000"/>
              <a:t>Launch workload with 50% CPU and 64 MB memory.</a:t>
            </a:r>
          </a:p>
          <a:p>
            <a:pPr/>
            <a:r>
              <a:rPr sz="2000"/>
              <a:t>Inspect live metrics and configured limits.</a:t>
            </a:r>
          </a:p>
          <a:p>
            <a:pPr/>
            <a:r>
              <a:rPr sz="2000"/>
              <a:t>Launch and stop a second workload.</a:t>
            </a:r>
          </a:p>
          <a:p>
            <a:pPr/>
            <a:r>
              <a:rPr sz="2000"/>
              <a:t>Run over-ceiling memory workload to trigger OOM.</a:t>
            </a:r>
          </a:p>
          <a:p>
            <a:pPr/>
            <a:r>
              <a:rPr sz="2000"/>
              <a:t>Explain lifecycle, metrics, and cleanup.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Likely Viva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Why use error pipes for exec?</a:t>
            </a:r>
          </a:p>
          <a:p>
            <a:pPr/>
            <a:r>
              <a:rPr sz="2000"/>
              <a:t>How is PID reuse prevented?</a:t>
            </a:r>
          </a:p>
          <a:p>
            <a:pPr/>
            <a:r>
              <a:rPr sz="2000"/>
              <a:t>How does PID namespace affect signaling?</a:t>
            </a:r>
          </a:p>
          <a:p>
            <a:pPr/>
            <a:r>
              <a:rPr sz="2000"/>
              <a:t>Why apply hardening last?</a:t>
            </a:r>
          </a:p>
          <a:p>
            <a:pPr/>
            <a:r>
              <a:rPr sz="2000"/>
              <a:t>How are cgroup limits verified?</a:t>
            </a:r>
          </a:p>
          <a:p>
            <a:pPr/>
            <a:r>
              <a:rPr sz="2000"/>
              <a:t>How does state persistence stay safe?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Index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main.c: CLI commands and parsing.</a:t>
            </a:r>
          </a:p>
          <a:p>
            <a:pPr/>
            <a:r>
              <a:rPr sz="2000"/>
              <a:t>process.c: fork/exec, foreground/background, stop.</a:t>
            </a:r>
          </a:p>
          <a:p>
            <a:pPr/>
            <a:r>
              <a:rPr sz="2000"/>
              <a:t>workload.c: state persistence and PID safety.</a:t>
            </a:r>
          </a:p>
          <a:p>
            <a:pPr/>
            <a:r>
              <a:rPr sz="2000"/>
              <a:t>isolation.c: namespaces, capabilities, seccomp.</a:t>
            </a:r>
          </a:p>
          <a:p>
            <a:pPr/>
            <a:r>
              <a:rPr sz="2000"/>
              <a:t>resources.c: cgroups v2 limits.</a:t>
            </a:r>
          </a:p>
          <a:p>
            <a:pPr/>
            <a:r>
              <a:rPr sz="2000"/>
              <a:t>monitor.c: /proc and cgroup metrics.</a:t>
            </a:r>
          </a:p>
          <a:p>
            <a:pPr/>
            <a:r>
              <a:rPr sz="2000"/>
              <a:t>lifecycle.c: state transitions.</a:t>
            </a:r>
          </a:p>
          <a:p>
            <a:pPr/>
            <a:r>
              <a:rPr sz="2000"/>
              <a:t>app.py/client.py/models.py/screens: TUI.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File-based state, no daemon/database.</a:t>
            </a:r>
          </a:p>
          <a:p>
            <a:pPr/>
            <a:r>
              <a:rPr sz="2000"/>
              <a:t>No full networking namespace integration.</a:t>
            </a:r>
          </a:p>
          <a:p>
            <a:pPr/>
            <a:r>
              <a:rPr sz="2000"/>
              <a:t>seccomp is deny-list based.</a:t>
            </a:r>
          </a:p>
          <a:p>
            <a:pPr/>
            <a:r>
              <a:rPr sz="2000"/>
              <a:t>Depends on kernel/container delegation.</a:t>
            </a:r>
          </a:p>
          <a:p>
            <a:pPr/>
            <a:r>
              <a:rPr sz="2000"/>
              <a:t>Educational scope rather than production feature parity.</a:t>
            </a:r>
          </a:p>
          <a:p>
            <a:pPr/>
            <a:r>
              <a:rPr sz="2000"/>
              <a:t>Some results depend on local kernel policy.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MiniBox demonstrates real Linux container primitives.</a:t>
            </a:r>
          </a:p>
          <a:p>
            <a:pPr/>
            <a:r>
              <a:rPr sz="2000"/>
              <a:t>It combines namespaces, cgroups, hardening, and supervision.</a:t>
            </a:r>
          </a:p>
          <a:p>
            <a:pPr/>
            <a:r>
              <a:rPr sz="2000"/>
              <a:t>The codebase is tested and audit-polished.</a:t>
            </a:r>
          </a:p>
          <a:p>
            <a:pPr/>
            <a:r>
              <a:rPr sz="2000"/>
              <a:t>The TUI makes kernel behavior visible and interactive.</a:t>
            </a:r>
          </a:p>
          <a:p>
            <a:pPr/>
            <a:r>
              <a:rPr sz="2000"/>
              <a:t>Suitable for OS concepts demonstration and review.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